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d83cbdce0ce4a8f" /><Relationship Type="http://schemas.openxmlformats.org/officeDocument/2006/relationships/extended-properties" Target="/docProps/app.xml" Id="Rf875e40a77db4dfe" /><Relationship Type="http://schemas.openxmlformats.org/officeDocument/2006/relationships/officeDocument" Target="/ppt/presentation.xml" Id="Re46c743d3ddb423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5f5d9c37e74474a"/>
  </p:sldMasterIdLst>
  <p:notesMasterIdLst>
    <p:notesMasterId xmlns:r="http://schemas.openxmlformats.org/officeDocument/2006/relationships" r:id="Rad165836618c40bf"/>
  </p:notesMasterIdLst>
  <p:sldIdLst>
    <p:sldId xmlns:r="http://schemas.openxmlformats.org/officeDocument/2006/relationships" id="256" r:id="R07a12b990df146a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a8f18b9b3d248c7" /><Relationship Type="http://schemas.openxmlformats.org/officeDocument/2006/relationships/slideMaster" Target="/ppt/slideMasters/slideMaster1.xml" Id="R25f5d9c37e74474a" /><Relationship Type="http://schemas.openxmlformats.org/officeDocument/2006/relationships/notesMaster" Target="/ppt/notesMasters/notesMaster1.xml" Id="Rad165836618c40bf" /><Relationship Type="http://schemas.openxmlformats.org/officeDocument/2006/relationships/presProps" Target="/ppt/presProps.xml" Id="Rf9a0a5ea58af4f48" /><Relationship Type="http://schemas.openxmlformats.org/officeDocument/2006/relationships/tableStyles" Target="/ppt/tableStyles.xml" Id="R31ee1a2965794641" /><Relationship Type="http://schemas.openxmlformats.org/officeDocument/2006/relationships/slide" Target="/ppt/slides/slide1.xml" Id="R07a12b990df146a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7f37978442c430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410e0e86f314f44" /><Relationship Type="http://schemas.openxmlformats.org/officeDocument/2006/relationships/notesMaster" Target="/ppt/notesMasters/notesMaster1.xml" Id="R228a8ca39a864c7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Дерек: берілген әдістеменің ЛЗ6 Python мысалы; 26 шартты апта, нақты жоба тарихы емес. Монте Карло runs=10000, seed=42, N=14. Нақты үлестер 88.05% және 97.06%. N=11 үшін 96.03%. Толық есеп: docs/plan/lab6/forecast.json. Базалық код: https://github.com/DiasIsenov06/ai-english-analyzer/tree/8c22a47e8ba3dba4e5f5a921482dcb9a6c58efd2 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02ceae71470403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d11d13451ec446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c1a024830a40f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604fda2a534d3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6f433d71854ad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9c91f9b5684cb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E30586B9-F86E-47C0-AB54-418FF746E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2098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5239510A-84B6-419F-B9C3-4F7591B4CCB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F80CA961-939B-4B9D-8DFE-E2674281A7C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Accent rule">
            <a:extLst xmlns:a="http://schemas.openxmlformats.org/drawingml/2006/main">
              <a:ext uri="{FF2B5EF4-FFF2-40B4-BE49-F238E27FC236}">
                <a16:creationId xmlns:a16="http://schemas.microsoft.com/office/drawing/2014/main" id="{BA49C985-A497-4B37-9F2A-4C9311CC1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4765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60B5196B-37F8-4D46-B594-30283CDD9D2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653235C7-4FD8-49D1-93BF-DF2CB0885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ED4A20DF-1A17-46CA-908E-20ACDD9056D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6B417A40-693B-4891-910B-ED4F91CD0D8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Accent rule">
            <a:extLst xmlns:a="http://schemas.openxmlformats.org/drawingml/2006/main">
              <a:ext uri="{FF2B5EF4-FFF2-40B4-BE49-F238E27FC236}">
                <a16:creationId xmlns:a16="http://schemas.microsoft.com/office/drawing/2014/main" id="{F58540BF-BC59-4235-BC80-F4EA6BAD8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2DD7FAF-8A59-4639-83D6-7D4502D6DF7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4C00A0A-5937-44AA-87ED-D87423AE85C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4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D5719F1-C307-4C50-AD8B-01159C7F5FB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D435987A-25AE-4B0E-ACC0-C103192CA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A3DDB0D-B255-4997-A397-143E71EBE62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653955A-4580-4977-BABE-8AE430B2868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ef5975e7eda47eb" /><Relationship Type="http://schemas.openxmlformats.org/officeDocument/2006/relationships/slideLayout" Target="/ppt/slideLayouts/slideLayout1.xml" Id="R23b4eec31b3846e4" /><Relationship Type="http://schemas.openxmlformats.org/officeDocument/2006/relationships/slideLayout" Target="/ppt/slideLayouts/slideLayout2.xml" Id="Ra96872b8d2b1488f" /><Relationship Type="http://schemas.openxmlformats.org/officeDocument/2006/relationships/slideLayout" Target="/ppt/slideLayouts/slideLayout3.xml" Id="Rf7cc6d92b1e44f87" /><Relationship Type="http://schemas.openxmlformats.org/officeDocument/2006/relationships/slideLayout" Target="/ppt/slideLayouts/slideLayout4.xml" Id="R81f7994da91f48a5" /><Relationship Type="http://schemas.openxmlformats.org/officeDocument/2006/relationships/slideLayout" Target="/ppt/slideLayouts/slideLayout5.xml" Id="R883f11fdbe544cda" /><Relationship Type="http://schemas.openxmlformats.org/officeDocument/2006/relationships/slideLayout" Target="/ppt/slideLayouts/slideLayout6.xml" Id="Rd183efa52dc24c5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3b4eec31b3846e4"/>
    <p:sldLayoutId xmlns:r="http://schemas.openxmlformats.org/officeDocument/2006/relationships" id="2147483650" r:id="Ra96872b8d2b1488f"/>
    <p:sldLayoutId xmlns:r="http://schemas.openxmlformats.org/officeDocument/2006/relationships" id="2147483651" r:id="Rf7cc6d92b1e44f87"/>
    <p:sldLayoutId xmlns:r="http://schemas.openxmlformats.org/officeDocument/2006/relationships" id="2147483652" r:id="R81f7994da91f48a5"/>
    <p:sldLayoutId xmlns:r="http://schemas.openxmlformats.org/officeDocument/2006/relationships" id="2147483653" r:id="R883f11fdbe544cda"/>
    <p:sldLayoutId xmlns:r="http://schemas.openxmlformats.org/officeDocument/2006/relationships" id="2147483654" r:id="Rd183efa52dc24c5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539e1d2bb224148" /><Relationship Type="http://schemas.openxmlformats.org/officeDocument/2006/relationships/notesSlide" Target="/ppt/notesSlides/notesSlide1.xml" Id="Rca7db530ced24db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7EE232-3B91-40A3-8B06-155331CD5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AI English Analyzer мерзім болжамы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F7C5AC-89EC-4E96-BA01-1E1DC3710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47750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0505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05050"/>
                </a:solidFill>
                <a:latin typeface="Arial"/>
                <a:ea typeface="Arial"/>
                <a:cs typeface="Arial"/>
              </a:rPr>
              <a:t>14 MVP тарихын қабылдау • 07.10.2026 күнгі оқу моделі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76ED5C-C61D-4910-A1C6-15414A35E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33550"/>
            <a:ext cx="523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254F77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254F77"/>
                </a:solidFill>
                <a:latin typeface="Arial"/>
                <a:ea typeface="Arial"/>
                <a:cs typeface="Arial"/>
              </a:rPr>
              <a:t>04 қараша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A34D2C-099C-449A-9D47-7755BBC8A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28875"/>
            <a:ext cx="5238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Аяқталу ықтималдығы 88%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127ABF-2CD9-43E4-A0A4-879CF01A3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733550"/>
            <a:ext cx="5143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254F77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254F77"/>
                </a:solidFill>
                <a:latin typeface="Arial"/>
                <a:ea typeface="Arial"/>
                <a:cs typeface="Arial"/>
              </a:rPr>
              <a:t>11 қараша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97012D-6652-47F4-B1F8-60069924C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428875"/>
            <a:ext cx="514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Аяқталу ықтималдығы 97%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F7A146-E0B1-47B3-A03B-E0E2F933D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62325"/>
            <a:ext cx="1095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Ұсыныс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E04709-49AA-4D31-9532-D4D9BA389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19525"/>
            <a:ext cx="10858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Сөздік пен жаттығуды жетілдіруді кейінге қалдырсақ,</a:t>
            </a:r>
          </a:p>
          <a:p xmlns:a="http://schemas.openxmlformats.org/drawingml/2006/main">
            <a:pPr>
              <a:defRPr sz="21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11 тарихтың 04 қарашаға дейін аяқталу ықтималдығы 96% болады.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659C96-E264-4C00-8FAA-EA6AF1BFD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53000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Шарттар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23F1D4-265B-4525-8BD8-E763EA955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372100"/>
            <a:ext cx="10858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0505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05050"/>
                </a:solidFill>
                <a:latin typeface="Arial"/>
                <a:ea typeface="Arial"/>
                <a:cs typeface="Arial"/>
              </a:rPr>
              <a:t>26 шартты апта дерегі; тұрақты көлем мен жұмыс қарқыны.</a:t>
            </a:r>
          </a:p>
          <a:p xmlns:a="http://schemas.openxmlformats.org/drawingml/2006/main">
            <a:pPr>
              <a:defRPr sz="1725" b="0">
                <a:solidFill>
                  <a:srgbClr val="50505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05050"/>
                </a:solidFill>
                <a:latin typeface="Arial"/>
                <a:ea typeface="Arial"/>
                <a:cs typeface="Arial"/>
              </a:rPr>
              <a:t>Толық тапсырудың 17.01.2027 межесі бөлек сақталады.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882463-306B-4AC8-A7F2-F95BC978F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248400"/>
            <a:ext cx="10858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Келесі қайта қарау 14.10.2026</a:t>
            </a:r>
          </a:p>
        </p:txBody>
      </p:sp>
    </p:spTree>
    <p:extLst>
      <p:ext uri="{BB962C8B-B14F-4D97-AF65-F5344CB8AC3E}">
        <p14:creationId xmlns:p14="http://schemas.microsoft.com/office/powerpoint/2010/main" val="96192515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2026-10-07T10:43:18.6440000Z</dcterms:created>
  <dcterms:modified xsi:type="dcterms:W3CDTF">2026-10-07T10:43:18.6440000Z</dcterms:modified>
</coreProperties>
</file>